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E225-A52B-2EC0-3B30-3F2A97BEF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A6A59-F1CB-4FAB-574B-F4ACB476F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C2902-7E8B-C581-B49A-AAD75C3F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AACDF-B072-CCC3-4BB1-E7AD6538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9633-997E-2DBB-CFAF-CB15E2D2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4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A5B8-57A3-74E6-00EB-39FA8B81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C7A0-C781-35FD-68BF-F95B251DD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1964-C3E8-EC3F-6AC1-D120B698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94E8A-EF57-CC75-F15C-DAA9A39E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9018-9771-2E1B-0758-4A198C88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6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218B-811E-898D-1F52-37790E3F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7339-6D98-A5F5-A582-087548FF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9C501-1282-4C73-0F72-082D628A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542CB-67B5-77FF-F7B8-320694BB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C639E-3A8D-6730-78CC-EB763BB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1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4C27-62DA-C786-C5EA-71BB6813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47C0-772B-9AA7-B49A-F514E385D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08E1C-C3FC-36C0-17E7-DD609C3FF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A0D10-6842-790E-4C78-8EBF74E7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8FA86-5A27-49DB-7CFF-0BBFEAEC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524FB-74C8-130E-7423-496A0A70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9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A48B-82C6-D616-BE94-9564A47B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0B091-FE88-2DE9-6781-30BFBF1C9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C0D94-4CF0-7793-6C42-581C9B803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5D6BE-0C17-E97B-2CE6-374A71E72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44301-C61C-4D92-FF0C-233513ECA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1437F-43C7-0DED-D119-7BD80E52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2380C-EEB0-52D2-84C0-01AF000F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83778-59F0-DD1F-20F0-FDECAA76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8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D82C-BFD0-FF34-EA77-73D11A3F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5B4ABB-7CE4-2AF4-A48A-06C9C286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DC39C-F7DB-72FC-29A7-96861885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D5712-8CA2-BA0F-036C-269CCF46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CF348-F791-F672-7D71-A3E7BFB1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67F30-2232-558A-FFE7-BC7A9D62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6D12-BA9F-3E5D-23A6-C1223822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E422-907D-E9E3-28A0-9DA0B798C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8BB94-9EC1-928E-A44C-49E72F09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6DC6A-E298-7C54-ACBB-E6856B1A2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8F171-2E22-A803-0597-B748FFA6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B5569-AE9A-FBCD-1FEE-ABA1DCE6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C44AD-B75E-51BB-5EA5-B79D69B6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0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279D-19B6-0B7B-447E-2A2EAA08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3A78C-0F3D-D96A-BCFC-3984DE4A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6D414-EBBD-3963-7C3E-E86B91634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052CE-7A1C-A858-0733-05C95D57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FDDDB-258C-1EDF-E0E8-97C9041C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8061E-AB33-2826-BB71-655C25D5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6957-E4B5-AF2D-7D44-B20DE9CF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07FE8-A691-D41A-C55B-6009517AD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61C42-3660-F73D-6F60-A913DFFE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5DFB0-D1D5-1CD8-A381-59D6EBBE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DCAB1-F1F9-A128-5EB0-A079F857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9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3ACAC-283E-D509-9B50-0AEC189CA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FF903-687B-123C-F2CE-25D77750A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75897-7863-9241-438A-062B9DD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B6925-F60D-D174-8ED7-D632AA23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4377-C949-9EA5-DA23-AA688062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6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5C14D-5AFB-DADA-60CA-1CE57376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1077E-65A9-E50D-6B4F-4A40F4197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9103-545D-9E84-65DC-07CBE1BD0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4A151-1D44-46A3-BFD0-F1DB64D57CD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101CE-1E98-5EE7-4D24-07FE8082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DC4B8-487D-7341-D4B1-EBFAA1E81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84E4D-EE93-43A4-8088-B7CDE76C4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7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AADFA3-6256-FF38-3CE5-9199F481C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5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C0009-D9C8-E83D-FA96-5A632AD73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3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ECB69-30D0-6972-C324-8A29639AA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4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B175D5-FD2C-9D97-13AA-A37B7F4EC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7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A28F6-FDE6-23F5-4603-76E75D0E7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4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39907-3BBE-4C11-8FAD-A4EBA39EC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4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Kumar</dc:creator>
  <cp:lastModifiedBy>Deepak Kumar</cp:lastModifiedBy>
  <cp:revision>1</cp:revision>
  <dcterms:created xsi:type="dcterms:W3CDTF">2026-08-01T06:57:13Z</dcterms:created>
  <dcterms:modified xsi:type="dcterms:W3CDTF">2026-08-01T07:01:40Z</dcterms:modified>
</cp:coreProperties>
</file>